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500000"/>
            <a:ext cx="4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pertama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500000"/>
            <a:ext cx="4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kedua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